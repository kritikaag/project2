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df9a1feb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df9a1feb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f9a1febc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df9a1febc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dc06c6a45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dc06c6a45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c06c6a45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dc06c6a45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c06c6a45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c06c6a45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f90cf14fa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f90cf14f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dfb026e6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dfb026e6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f9a1febc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f9a1febc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c06c6a45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c06c6a45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f90d14c6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f90d14c6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c06c6a45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c06c6a45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dfb026e6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dfb026e6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appiness25.herokuapp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happiness25.herokuapp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Happiness Analysis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2 - Group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Project-2 Team members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Arisbel Batista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Sans Sharma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Tealiie 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Kritika Chaudhary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Mehrdad Maleki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Kevin Swartz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objective: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Happiness Scores and their relationship with other variables.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 this information on an interactive dashboard.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4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https://happiness25.herokuapp.com/</a:t>
            </a:r>
            <a:r>
              <a:rPr lang="en" u="sng">
                <a:solidFill>
                  <a:schemeClr val="accent4"/>
                </a:solidFill>
              </a:rPr>
              <a:t> </a:t>
            </a:r>
            <a:endParaRPr u="sng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Extraction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294850" y="1234075"/>
            <a:ext cx="2242500" cy="307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Kaggle</a:t>
            </a:r>
            <a:r>
              <a:rPr lang="en" sz="1500"/>
              <a:t>: csv file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Data per country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Happiness scores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GDP per capita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Life expectancy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Generosity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Freedom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Corruption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Years: 2009-2020</a:t>
            </a:r>
            <a:endParaRPr sz="1500"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0" l="0" r="5276" t="0"/>
          <a:stretch/>
        </p:blipFill>
        <p:spPr>
          <a:xfrm>
            <a:off x="2984963" y="207000"/>
            <a:ext cx="6159048" cy="356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0" l="0" r="0" t="52725"/>
          <a:stretch/>
        </p:blipFill>
        <p:spPr>
          <a:xfrm>
            <a:off x="4040413" y="3980718"/>
            <a:ext cx="4048125" cy="10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Transformation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7538"/>
            <a:ext cx="43434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41944" l="0" r="0" t="0"/>
          <a:stretch/>
        </p:blipFill>
        <p:spPr>
          <a:xfrm>
            <a:off x="0" y="1774300"/>
            <a:ext cx="5933301" cy="332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4085325" y="1207250"/>
            <a:ext cx="204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Filter years 2011-2020</a:t>
            </a:r>
            <a:endParaRPr b="1">
              <a:solidFill>
                <a:schemeClr val="accent4"/>
              </a:solidFill>
              <a:highlight>
                <a:schemeClr val="dk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965925" y="1961000"/>
            <a:ext cx="228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Pycountry library to add alpha_2 country code</a:t>
            </a:r>
            <a:endParaRPr b="1">
              <a:solidFill>
                <a:schemeClr val="accent4"/>
              </a:solidFill>
              <a:highlight>
                <a:schemeClr val="dk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495900" y="2963125"/>
            <a:ext cx="295800" cy="2051700"/>
          </a:xfrm>
          <a:prstGeom prst="rect">
            <a:avLst/>
          </a:prstGeom>
          <a:solidFill>
            <a:srgbClr val="F8E71C">
              <a:alpha val="2067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cxnSp>
        <p:nvCxnSpPr>
          <p:cNvPr id="90" name="Google Shape;90;p17"/>
          <p:cNvCxnSpPr/>
          <p:nvPr/>
        </p:nvCxnSpPr>
        <p:spPr>
          <a:xfrm>
            <a:off x="5638900" y="2533700"/>
            <a:ext cx="4800" cy="429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1" name="Google Shape;91;p17"/>
          <p:cNvPicPr preferRelativeResize="0"/>
          <p:nvPr/>
        </p:nvPicPr>
        <p:blipFill rotWithShape="1">
          <a:blip r:embed="rId5">
            <a:alphaModFix/>
          </a:blip>
          <a:srcRect b="0" l="0" r="51076" t="9214"/>
          <a:stretch/>
        </p:blipFill>
        <p:spPr>
          <a:xfrm>
            <a:off x="6588726" y="987175"/>
            <a:ext cx="2170600" cy="4156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6488175" y="371575"/>
            <a:ext cx="257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Create a list of alpha_2 codes for Not Found countries</a:t>
            </a:r>
            <a:endParaRPr b="1">
              <a:solidFill>
                <a:schemeClr val="accent4"/>
              </a:solidFill>
              <a:highlight>
                <a:schemeClr val="dk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298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Loading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3563"/>
            <a:ext cx="4343351" cy="327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475" y="1234075"/>
            <a:ext cx="4070400" cy="338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5187900" y="518050"/>
            <a:ext cx="317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84250" y="692761"/>
            <a:ext cx="82098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Deploying of </a:t>
            </a:r>
            <a:r>
              <a:rPr lang="en"/>
              <a:t>Data 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84250" y="1411701"/>
            <a:ext cx="8209800" cy="30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-3914" l="0" r="-2511" t="1444"/>
          <a:stretch/>
        </p:blipFill>
        <p:spPr>
          <a:xfrm>
            <a:off x="352825" y="1258125"/>
            <a:ext cx="8209799" cy="36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Table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188" y="849650"/>
            <a:ext cx="5430625" cy="17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7200" y="3246250"/>
            <a:ext cx="5525100" cy="16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425" y="3117173"/>
            <a:ext cx="1983901" cy="1776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250" y="1263863"/>
            <a:ext cx="1854075" cy="160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20"/>
          <p:cNvCxnSpPr/>
          <p:nvPr/>
        </p:nvCxnSpPr>
        <p:spPr>
          <a:xfrm flipH="1" rot="10800000">
            <a:off x="2498088" y="1909475"/>
            <a:ext cx="809100" cy="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0"/>
          <p:cNvCxnSpPr>
            <a:stCxn id="116" idx="3"/>
          </p:cNvCxnSpPr>
          <p:nvPr/>
        </p:nvCxnSpPr>
        <p:spPr>
          <a:xfrm flipH="1" rot="10800000">
            <a:off x="2399326" y="2165286"/>
            <a:ext cx="906000" cy="184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0"/>
          <p:cNvCxnSpPr>
            <a:endCxn id="115" idx="0"/>
          </p:cNvCxnSpPr>
          <p:nvPr/>
        </p:nvCxnSpPr>
        <p:spPr>
          <a:xfrm flipH="1">
            <a:off x="6069750" y="2695150"/>
            <a:ext cx="7200" cy="55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0"/>
          <p:cNvSpPr txBox="1"/>
          <p:nvPr/>
        </p:nvSpPr>
        <p:spPr>
          <a:xfrm>
            <a:off x="6203250" y="2822975"/>
            <a:ext cx="2402700" cy="431100"/>
          </a:xfrm>
          <a:prstGeom prst="rect">
            <a:avLst/>
          </a:prstGeom>
          <a:solidFill>
            <a:srgbClr val="F8E71C">
              <a:alpha val="206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swald"/>
                <a:ea typeface="Oswald"/>
                <a:cs typeface="Oswald"/>
                <a:sym typeface="Oswald"/>
              </a:rPr>
              <a:t>Filter data to search specifics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6145525" y="849650"/>
            <a:ext cx="1327500" cy="431100"/>
          </a:xfrm>
          <a:prstGeom prst="rect">
            <a:avLst/>
          </a:prstGeom>
          <a:solidFill>
            <a:srgbClr val="F8E71C">
              <a:alpha val="206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swald"/>
                <a:ea typeface="Oswald"/>
                <a:cs typeface="Oswald"/>
                <a:sym typeface="Oswald"/>
              </a:rPr>
              <a:t>Table format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2462169" y="1329839"/>
            <a:ext cx="716400" cy="523200"/>
          </a:xfrm>
          <a:prstGeom prst="rect">
            <a:avLst/>
          </a:prstGeom>
          <a:solidFill>
            <a:srgbClr val="F8E71C">
              <a:alpha val="206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swald"/>
                <a:ea typeface="Oswald"/>
                <a:cs typeface="Oswald"/>
                <a:sym typeface="Oswald"/>
              </a:rPr>
              <a:t>Raw data format</a:t>
            </a:r>
            <a:endParaRPr sz="11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2029806" y="4118664"/>
            <a:ext cx="716400" cy="523200"/>
          </a:xfrm>
          <a:prstGeom prst="rect">
            <a:avLst/>
          </a:prstGeom>
          <a:solidFill>
            <a:srgbClr val="F8E71C">
              <a:alpha val="206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swald"/>
                <a:ea typeface="Oswald"/>
                <a:cs typeface="Oswald"/>
                <a:sym typeface="Oswald"/>
              </a:rPr>
              <a:t>JSON format</a:t>
            </a:r>
            <a:endParaRPr sz="11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Happiness across the world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The ‘happiness scores’ are derived from self-reported statistics where people in over 150 countries rated their life satisfaction.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world map visualization by year shows country-by-country the ‘happiness scores’ relative to GDP per capita.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Histogram frequency distribution across the world and per continent.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Scatter plots to assess relationship between variables.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Chart</a:t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300" y="572700"/>
            <a:ext cx="7407270" cy="457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753050" y="548821"/>
            <a:ext cx="973200" cy="410400"/>
          </a:xfrm>
          <a:prstGeom prst="rect">
            <a:avLst/>
          </a:prstGeom>
          <a:solidFill>
            <a:srgbClr val="F8E71C">
              <a:alpha val="2067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2375500" y="446225"/>
            <a:ext cx="225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User interaction to filter map chart per year</a:t>
            </a:r>
            <a:endParaRPr b="1">
              <a:solidFill>
                <a:schemeClr val="accent4"/>
              </a:solidFill>
              <a:highlight>
                <a:schemeClr val="dk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39" name="Google Shape;139;p22"/>
          <p:cNvCxnSpPr/>
          <p:nvPr/>
        </p:nvCxnSpPr>
        <p:spPr>
          <a:xfrm>
            <a:off x="1774125" y="754025"/>
            <a:ext cx="553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</a:t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170950" y="651425"/>
            <a:ext cx="801600" cy="410400"/>
          </a:xfrm>
          <a:prstGeom prst="rect">
            <a:avLst/>
          </a:prstGeom>
          <a:solidFill>
            <a:srgbClr val="F8E71C">
              <a:alpha val="2067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1736150" y="446250"/>
            <a:ext cx="225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User interaction to filter scatter chart per year</a:t>
            </a:r>
            <a:endParaRPr b="1">
              <a:solidFill>
                <a:schemeClr val="accent4"/>
              </a:solidFill>
              <a:highlight>
                <a:schemeClr val="dk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47" name="Google Shape;147;p23"/>
          <p:cNvCxnSpPr/>
          <p:nvPr/>
        </p:nvCxnSpPr>
        <p:spPr>
          <a:xfrm>
            <a:off x="1125200" y="856625"/>
            <a:ext cx="553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50" y="1140550"/>
            <a:ext cx="2522851" cy="19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0800" y="1061838"/>
            <a:ext cx="2464525" cy="1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138" y="705988"/>
            <a:ext cx="721236" cy="301275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2325" y="1061825"/>
            <a:ext cx="2464525" cy="19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076" y="3139463"/>
            <a:ext cx="2442637" cy="181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03975" y="3139463"/>
            <a:ext cx="2338166" cy="181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80216" y="3103750"/>
            <a:ext cx="2372431" cy="179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Chart</a:t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62" y="2795808"/>
            <a:ext cx="3806358" cy="2347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843" y="2765763"/>
            <a:ext cx="3872855" cy="2347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450" y="722891"/>
            <a:ext cx="3848787" cy="2347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0862" y="720325"/>
            <a:ext cx="3857632" cy="234768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/>
          <p:nvPr/>
        </p:nvSpPr>
        <p:spPr>
          <a:xfrm>
            <a:off x="170950" y="651425"/>
            <a:ext cx="801600" cy="410400"/>
          </a:xfrm>
          <a:prstGeom prst="rect">
            <a:avLst/>
          </a:prstGeom>
          <a:solidFill>
            <a:srgbClr val="F8E71C">
              <a:alpha val="2067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1736150" y="548825"/>
            <a:ext cx="225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User interaction to filter scatter chart per year</a:t>
            </a:r>
            <a:endParaRPr b="1">
              <a:solidFill>
                <a:schemeClr val="accent4"/>
              </a:solidFill>
              <a:highlight>
                <a:schemeClr val="dk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66" name="Google Shape;166;p24"/>
          <p:cNvCxnSpPr/>
          <p:nvPr/>
        </p:nvCxnSpPr>
        <p:spPr>
          <a:xfrm>
            <a:off x="1125200" y="856625"/>
            <a:ext cx="553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Heroku Live Deployment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https://happiness25.herokuapp.com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